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ADF0B-9A26-4D0D-9890-B3577AA29912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B6208-8F43-49B2-BCF2-51AB4650CF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298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B6208-8F43-49B2-BCF2-51AB4650CF4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310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C765-170D-033C-E07E-3B8FC23765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FD1CB-64A7-4F29-FD8C-912D7B450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C9F87-9630-BC2A-519E-A76D390B0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8F16-D17F-4316-AA93-D5ED8A4FF86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58D27-BA0B-2D50-B607-271E2E3E6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CAAB8-C963-EA2D-1A5A-882C1CEA2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7285-4415-4016-923D-3CC8B43373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45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599FA-9A99-7A91-1BD8-72C82C33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52E0C-2762-07CC-E075-6E6B5ADFD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59848-0DD5-7680-29A2-379B4845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8F16-D17F-4316-AA93-D5ED8A4FF86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0975A-B628-49DE-9E8E-39D8D87FA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391EB-50FD-7BD3-BC55-9E51FAB3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7285-4415-4016-923D-3CC8B43373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742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FF1B-5A09-F715-D7E3-30C5F4DEB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D16B6-6160-4182-7427-900ABC4DA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42403-692E-156D-345D-3A1348F81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8F16-D17F-4316-AA93-D5ED8A4FF86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EAA51-E5C2-DD0F-8826-FCB17E0B5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FE9F5-AC0D-C4D1-23F9-D014EEBD2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7285-4415-4016-923D-3CC8B43373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00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6B01-DA42-8535-98B2-00F790834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9FA01-A618-2BC5-448C-433D5F081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E1DABB-FA8B-2BE0-52AF-585157DA2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291D2-702E-A38E-524D-2F317FDE0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8F16-D17F-4316-AA93-D5ED8A4FF86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B15D3-2353-768D-190E-E2989E66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C5CDE-0946-E47C-6D80-3AA41021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7285-4415-4016-923D-3CC8B43373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762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3BED-5898-BB89-DCB1-C0AB24F9D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E97E5-8CB8-B809-7A82-84393A9F3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15736-000D-0DF8-8B5F-55D8A8949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C4C0E9-1D1A-3B95-F4F4-15B9D3C59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2E3549-4CBE-58E0-6CF1-F4D35EC24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2B9B5-9F02-213B-BFFA-0037E3BB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8F16-D17F-4316-AA93-D5ED8A4FF86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B1A47B-BA31-5E15-DE35-F2BBA3605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C6676A-18F3-6EEA-3F86-B41BEDBD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7285-4415-4016-923D-3CC8B43373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39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58B3-0E1A-F692-4293-6B807F2F0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E3C74-9B9F-AAD5-FB22-9CAF6073D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8F16-D17F-4316-AA93-D5ED8A4FF86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995B13-3E91-24C9-BCBC-E58744AE5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CE78D-CAB2-8CAA-B80D-81A96084D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7285-4415-4016-923D-3CC8B43373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675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20EBC-BA1A-4974-DF0B-4EBD90BD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8F16-D17F-4316-AA93-D5ED8A4FF86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429BA5-8469-3D74-8954-6B2589BA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C3FFA-BD48-3BF7-4653-7CEDB89F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7285-4415-4016-923D-3CC8B43373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95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CBB9-8CA0-E0CB-6F25-8D1FA09AB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03E8D-2BAD-504B-E7A1-6CCD02CFA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DE9F8-07A3-56AC-93A7-A36A82491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00F05-7ADD-C678-A7A1-E43BAB863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8F16-D17F-4316-AA93-D5ED8A4FF86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C6337-E510-3FA8-0FDF-4B00B8800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C6C62-A4E2-323F-A7F9-2ADD53D02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7285-4415-4016-923D-3CC8B43373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33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8943-EB05-A563-4D6A-85B0428B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FE12-A5F5-986F-FE49-CEA4A06C3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B5EED-E197-5D4F-9B6C-22957B57D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6C62A-EFC0-D8A4-7780-658781A8A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8F16-D17F-4316-AA93-D5ED8A4FF86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AE333-E59F-49AD-F093-77034490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5283-251D-0E25-4D14-0AA218132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7285-4415-4016-923D-3CC8B43373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420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FF9BA-D4BE-AE53-6F91-B6C52CD5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66A8A-E713-615A-6A06-5412007C1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1D5C1-FECB-51CC-EF71-276F79D5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8F16-D17F-4316-AA93-D5ED8A4FF86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4F909-0263-634E-06E3-0AECC1BEA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B8358-018E-16A1-9AD7-6C62412D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7285-4415-4016-923D-3CC8B43373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14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1143FA-425F-EBE3-7229-E2FBE6599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1401D-250C-B9AB-9F3A-781EF1F32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80E87-C61D-7972-42EC-6EB611CE7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78F16-D17F-4316-AA93-D5ED8A4FF86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7FEEC-626C-6702-ECBA-36D44DFF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243F0-55B9-6CAF-9B56-CF9637647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7285-4415-4016-923D-3CC8B43373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8171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274CC6-CFA8-9460-DCA7-93627E51E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E4457-349F-461F-0089-48C8CE76F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1A085-4C5A-CA95-B9E8-23582F43E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278F16-D17F-4316-AA93-D5ED8A4FF86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D5F06-E3ED-0026-BD55-9700A372AC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DD60A-66BC-C6C1-49A8-D51B1401E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17285-4415-4016-923D-3CC8B43373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417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FDF2B-C2DB-0E40-BAFF-9616C00F8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906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 робота на тему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ІЄРАРХІЇ КЛАСІВ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Спрощенний варіант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№20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B3FAA-DE5F-49B8-593E-069818C1A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3888"/>
            <a:ext cx="9144000" cy="1655762"/>
          </a:xfrm>
        </p:spPr>
        <p:txBody>
          <a:bodyPr/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Роботу виконав студент 1 курсу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Групи КІ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Чебан В. С.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372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FE50-C072-6040-55CF-68CD3BA7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задачі: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D4718-91AE-F653-C685-58E539573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Метою роботи є проєктування та розробка програми, що забезпечує такі можливості: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Додавання нових об'єктів (Person, Student, Employee)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Пошук та видалення записів за прізвищем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/>
              <a:t>Виведення інформації за допомогою поліморфізму</a:t>
            </a:r>
            <a:r>
              <a:rPr lang="en-US" dirty="0"/>
              <a:t>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Керування базою даних за допомогою List&lt;Person&gt;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178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4852-9B95-13B0-BE40-1AC121E1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Діаграма класів: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35BCCC-5576-5FE0-5D43-B28096879AA3}"/>
              </a:ext>
            </a:extLst>
          </p:cNvPr>
          <p:cNvSpPr/>
          <p:nvPr/>
        </p:nvSpPr>
        <p:spPr>
          <a:xfrm>
            <a:off x="2752725" y="2428875"/>
            <a:ext cx="2447925" cy="6477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Person</a:t>
            </a:r>
            <a:endParaRPr lang="ru-RU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511107-C560-7C06-5373-2AFBBBC8E0AE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200650" y="2752725"/>
            <a:ext cx="457200" cy="9271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8A6B5E9-DE95-29EE-DBB2-B89002A6D112}"/>
              </a:ext>
            </a:extLst>
          </p:cNvPr>
          <p:cNvSpPr/>
          <p:nvPr/>
        </p:nvSpPr>
        <p:spPr>
          <a:xfrm>
            <a:off x="4433887" y="3655219"/>
            <a:ext cx="2447925" cy="6477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Employee</a:t>
            </a:r>
            <a:endParaRPr lang="ru-RU" dirty="0"/>
          </a:p>
        </p:txBody>
      </p:sp>
      <p:cxnSp>
        <p:nvCxnSpPr>
          <p:cNvPr id="50" name="Straight Arrow Connector 12">
            <a:extLst>
              <a:ext uri="{FF2B5EF4-FFF2-40B4-BE49-F238E27FC236}">
                <a16:creationId xmlns:a16="http://schemas.microsoft.com/office/drawing/2014/main" id="{F64810A7-A914-D8D4-F81C-9BC015A8A2B6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V="1">
            <a:off x="2295525" y="2752725"/>
            <a:ext cx="457200" cy="9024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1FCE41B9-8307-0F14-133E-552F26EFBE8F}"/>
              </a:ext>
            </a:extLst>
          </p:cNvPr>
          <p:cNvSpPr/>
          <p:nvPr/>
        </p:nvSpPr>
        <p:spPr>
          <a:xfrm>
            <a:off x="1145381" y="3655219"/>
            <a:ext cx="2447925" cy="6477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</a:t>
            </a:r>
            <a:endParaRPr lang="ru-RU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2FCF190-A289-BFF8-6F79-C5859A0184AF}"/>
              </a:ext>
            </a:extLst>
          </p:cNvPr>
          <p:cNvSpPr/>
          <p:nvPr/>
        </p:nvSpPr>
        <p:spPr>
          <a:xfrm>
            <a:off x="7281862" y="2428875"/>
            <a:ext cx="2447925" cy="6477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Menu</a:t>
            </a:r>
            <a:endParaRPr lang="ru-RU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D696C11-9F83-009D-C04F-5B1DAC27D69D}"/>
              </a:ext>
            </a:extLst>
          </p:cNvPr>
          <p:cNvSpPr/>
          <p:nvPr/>
        </p:nvSpPr>
        <p:spPr>
          <a:xfrm>
            <a:off x="7281862" y="3655219"/>
            <a:ext cx="2447925" cy="6477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Program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8958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55A27-A19C-9F3A-0F66-B225F7DD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Категорії:</a:t>
            </a:r>
            <a:endParaRPr lang="ru-R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455A8E-A947-F937-EDF1-AB29501179E3}"/>
              </a:ext>
            </a:extLst>
          </p:cNvPr>
          <p:cNvSpPr/>
          <p:nvPr/>
        </p:nvSpPr>
        <p:spPr>
          <a:xfrm>
            <a:off x="1473991" y="2744637"/>
            <a:ext cx="2657475" cy="24898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 • Містить базові ПІБ, фізичні дані та контакти.</a:t>
            </a:r>
          </a:p>
          <a:p>
            <a:r>
              <a:rPr lang="ru-RU" sz="1400" dirty="0"/>
              <a:t> • Зберігається у загальному списку database.</a:t>
            </a:r>
            <a:br>
              <a:rPr lang="ru-RU" sz="1400" dirty="0"/>
            </a:br>
            <a:r>
              <a:rPr lang="ru-RU" sz="1400" dirty="0"/>
              <a:t> • Виконує стандартну перевірку телефону.</a:t>
            </a:r>
          </a:p>
          <a:p>
            <a:r>
              <a:rPr lang="ru-RU" sz="1400" dirty="0"/>
              <a:t> • Базовий елемент ієрархії.</a:t>
            </a:r>
            <a:br>
              <a:rPr lang="ru-RU" sz="1400" dirty="0"/>
            </a:br>
            <a:br>
              <a:rPr lang="ru-RU" sz="1400" dirty="0"/>
            </a:br>
            <a:br>
              <a:rPr lang="ru-RU" sz="1400" dirty="0"/>
            </a:br>
            <a:endParaRPr lang="ru-RU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CCE533-2E9C-9AEA-7055-EF92F99F6B53}"/>
              </a:ext>
            </a:extLst>
          </p:cNvPr>
          <p:cNvSpPr/>
          <p:nvPr/>
        </p:nvSpPr>
        <p:spPr>
          <a:xfrm>
            <a:off x="1473991" y="1948821"/>
            <a:ext cx="2657475" cy="6726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/>
              <a:t>Людина</a:t>
            </a:r>
            <a:endParaRPr lang="ru-RU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4160D8-2E7C-FF6F-8D2A-036287595F33}"/>
              </a:ext>
            </a:extLst>
          </p:cNvPr>
          <p:cNvSpPr/>
          <p:nvPr/>
        </p:nvSpPr>
        <p:spPr>
          <a:xfrm>
            <a:off x="4767261" y="1948821"/>
            <a:ext cx="2657475" cy="6726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/>
              <a:t>Студент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6E57BB-4B18-AF0E-4B9F-165D486F4A31}"/>
              </a:ext>
            </a:extLst>
          </p:cNvPr>
          <p:cNvSpPr/>
          <p:nvPr/>
        </p:nvSpPr>
        <p:spPr>
          <a:xfrm>
            <a:off x="4767262" y="2744638"/>
            <a:ext cx="2657475" cy="24898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 • Потребує назву ВНЗ</a:t>
            </a:r>
            <a:r>
              <a:rPr lang="en-US" sz="1400" dirty="0"/>
              <a:t>,</a:t>
            </a:r>
            <a:r>
              <a:rPr lang="ru-RU" sz="1400" dirty="0"/>
              <a:t> факультету</a:t>
            </a:r>
            <a:r>
              <a:rPr lang="en-US" sz="1400" dirty="0"/>
              <a:t>,</a:t>
            </a:r>
            <a:r>
              <a:rPr lang="ru-RU" sz="1400" dirty="0"/>
              <a:t> та номер курсу.</a:t>
            </a:r>
          </a:p>
          <a:p>
            <a:r>
              <a:rPr lang="ru-RU" sz="1400" dirty="0"/>
              <a:t> • Успадковує всі поля базового класу Людини(</a:t>
            </a:r>
            <a:r>
              <a:rPr lang="en-US" sz="1400" dirty="0"/>
              <a:t>Person)</a:t>
            </a:r>
            <a:r>
              <a:rPr lang="ru-RU" sz="1400" dirty="0"/>
              <a:t>.</a:t>
            </a:r>
            <a:br>
              <a:rPr lang="ru-RU" sz="1400" dirty="0"/>
            </a:br>
            <a:r>
              <a:rPr lang="ru-RU" sz="1400" dirty="0"/>
              <a:t> • Додатково виводить дані про навчання.</a:t>
            </a:r>
            <a:endParaRPr lang="en-US" sz="1400" dirty="0"/>
          </a:p>
          <a:p>
            <a:r>
              <a:rPr lang="ru-RU" sz="1400" dirty="0"/>
              <a:t> • Представлений об'єктом класу-нащадка.</a:t>
            </a:r>
          </a:p>
          <a:p>
            <a:br>
              <a:rPr lang="ru-RU" sz="1400" dirty="0"/>
            </a:br>
            <a:endParaRPr lang="ru-RU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C3E494-E901-ECB7-785C-FE2A5CB1BABE}"/>
              </a:ext>
            </a:extLst>
          </p:cNvPr>
          <p:cNvSpPr/>
          <p:nvPr/>
        </p:nvSpPr>
        <p:spPr>
          <a:xfrm>
            <a:off x="8060530" y="1948821"/>
            <a:ext cx="2657475" cy="6726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/>
              <a:t>Працівник</a:t>
            </a:r>
            <a:endParaRPr lang="ru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8700DE-05B3-5106-C23B-90BC150C0B92}"/>
              </a:ext>
            </a:extLst>
          </p:cNvPr>
          <p:cNvSpPr/>
          <p:nvPr/>
        </p:nvSpPr>
        <p:spPr>
          <a:xfrm>
            <a:off x="8060530" y="2756380"/>
            <a:ext cx="2657475" cy="24898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1400" dirty="0"/>
              <a:t> • Потребує назву компанії</a:t>
            </a:r>
            <a:r>
              <a:rPr lang="en-US" sz="1400" dirty="0"/>
              <a:t>, </a:t>
            </a:r>
            <a:r>
              <a:rPr lang="ru-RU" sz="1400" dirty="0"/>
              <a:t> оклад</a:t>
            </a:r>
            <a:r>
              <a:rPr lang="en-US" sz="1400" dirty="0"/>
              <a:t>,</a:t>
            </a:r>
            <a:r>
              <a:rPr lang="ru-RU" sz="1400" dirty="0"/>
              <a:t> та посаду.</a:t>
            </a:r>
            <a:endParaRPr lang="en-US" sz="1400" dirty="0"/>
          </a:p>
          <a:p>
            <a:r>
              <a:rPr lang="ru-RU" sz="1400" dirty="0"/>
              <a:t> • Успадковує всі поля базового класу      Людини(</a:t>
            </a:r>
            <a:r>
              <a:rPr lang="en-US" sz="1400" dirty="0"/>
              <a:t>Person)</a:t>
            </a:r>
            <a:r>
              <a:rPr lang="ru-RU" dirty="0"/>
              <a:t>.</a:t>
            </a:r>
            <a:br>
              <a:rPr lang="ru-RU" sz="1400" dirty="0"/>
            </a:br>
            <a:r>
              <a:rPr lang="ru-RU" sz="1400" dirty="0"/>
              <a:t> • Додатково виводить професійні дані. </a:t>
            </a:r>
            <a:endParaRPr lang="en-US" sz="1400" dirty="0"/>
          </a:p>
          <a:p>
            <a:r>
              <a:rPr lang="ru-RU" sz="1400" dirty="0"/>
              <a:t> • Представлений об'єктом класу-нащадка.</a:t>
            </a:r>
            <a:br>
              <a:rPr lang="ru-RU" sz="1400" dirty="0"/>
            </a:br>
            <a:br>
              <a:rPr lang="ru-RU" sz="1400" dirty="0"/>
            </a:b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7821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3849-F172-17BA-949B-426C17C37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 класу Menu.cs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42E46-E69D-F936-303A-1D6606181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PrintAll() – виводить список усіх людей, використовуючи поліморфізм для відображення специфічних даних студентів чи працівників.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AddPerson(int type) – універсальний метод для створення об'єктів різних типів залежно від вибору користувача.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RemovePerson() – знаходить об'єкт у списку за прізвищем та видаляє його.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SearchPerson() – здійснює пошук за прізвищем та виводить результати аналізу (зріст понад 200 см, проживання в Польщі).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InitDatabase() – заповнює систему початковими тестовими даними при старті.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/>
              <a:t>PrintStudentsWithScholarship()</a:t>
            </a:r>
            <a:r>
              <a:rPr lang="en-US" dirty="0"/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виводить студентів які отримують стипендію.</a:t>
            </a:r>
          </a:p>
          <a:p>
            <a:r>
              <a:rPr lang="ru-RU" dirty="0"/>
              <a:t>ChangeEmployeePosition()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змінює посаду працівника.</a:t>
            </a:r>
          </a:p>
          <a:p>
            <a:r>
              <a:rPr lang="ru-RU" dirty="0"/>
              <a:t>IncreaseEmployeeSalary()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змінює оклад працівника(залежить від посади).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0476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</TotalTime>
  <Words>319</Words>
  <Application>Microsoft Office PowerPoint</Application>
  <PresentationFormat>Widescreen</PresentationFormat>
  <Paragraphs>42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Курсова робота на тему СТВОРЕННЯ ІЄРАРХІЇ КЛАСІВ “Спрощенний варіант №20”</vt:lpstr>
      <vt:lpstr>Постановка задачі:</vt:lpstr>
      <vt:lpstr>Діаграма класів:</vt:lpstr>
      <vt:lpstr>Категорії:</vt:lpstr>
      <vt:lpstr>Опис класу Menu.cs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 ds</dc:creator>
  <cp:lastModifiedBy>ds ds</cp:lastModifiedBy>
  <cp:revision>3</cp:revision>
  <dcterms:created xsi:type="dcterms:W3CDTF">2026-06-05T14:10:26Z</dcterms:created>
  <dcterms:modified xsi:type="dcterms:W3CDTF">2026-06-06T19:35:36Z</dcterms:modified>
</cp:coreProperties>
</file>